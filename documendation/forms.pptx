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20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DDF6A-213B-4E8E-8552-603E2BE6E1D6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63B55-D0B1-4241-B4AF-22A7F2136613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70695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63B55-D0B1-4241-B4AF-22A7F2136613}" type="slidenum">
              <a:rPr lang="en-ZW" smtClean="0"/>
              <a:t>1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586948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8479-7564-ACA2-9595-43CB51B54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44481-33E8-AAB7-9267-169FC12AC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E6CB6-046D-6611-5A71-EA2CB019A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8147-0176-812D-46DD-C1E87AE4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063E6-5CD7-4940-6F74-D3AC1F6F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66664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B102-36DE-E4FB-AEF4-FB7F6EA2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331AF-365F-B4CE-3A09-46B9A8BEF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AF8FA-3141-26E6-E184-3657490E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08B52-FE01-864C-AB02-D4757A49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995B9-8794-E32A-D061-DA995AC3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344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4557-4E9E-643D-1805-21D29FC7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70F06-9CA6-2E68-B9E0-5241C66E1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C450-253F-563B-F3B4-7A99D785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4C0BF-74D6-1895-E9D3-C30631F1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8B14F-FAC3-56FF-F79A-6C462538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57102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96F7-54D5-8EAC-7E5E-55A67C5D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602C-3621-81C3-2290-BFC3740F4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A4CA9-CA17-A3D4-90CE-7C0993FD3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A69E6-B12B-2AB5-3900-2958C3A8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690B5-22C4-61E0-DDD6-8CA122B6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8C684-61CB-16A7-C22B-3BC8577A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63615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2E4A-3D57-81B6-4097-7F223EA6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CD157-BE31-EB82-3C81-AFBFE53B4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C701E-7BC9-2D4A-0338-5745B9435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DCFEE-97CD-F034-A6A1-B70A0BB51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718C8-105B-2034-170E-31A09F0C1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8FCE2-D774-84E8-8CF6-71891606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D5924-8B7F-BF84-B9F6-D59EC0051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A5D151-3704-01AC-E8ED-07974A94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93142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925A-45CD-D0B6-CE24-02B19B28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DE4E9-A879-C830-89DF-688B2CD1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2B177-3E17-1FF3-4B09-35D96088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43506-3602-D2D1-601E-EA3188FB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66742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8B273-BD39-6BDE-6CF0-9C3BB0CE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7838F-F3B0-1F0F-434D-75C2CCB6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7C615-34CA-1DC9-FA48-FED848A2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402455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DA6C-7667-9D19-530C-00BAE28F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6C65E-4E97-57D9-DF0D-23FCB4ED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9018C-DA68-708D-8CF5-75B2AB3EA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93EF3-544E-ECF4-857F-F1234387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CF1E6-B628-6C08-59BE-655E4F34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363E2-EE0E-A072-B02A-BE3F3A0C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46083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44A1-F233-AB01-DFBC-68D41216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542B5-BF7F-AB1F-4DF6-7C7BD0752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09218-8882-3C06-42DA-B8C157A6B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65C24-B944-30AE-281C-97869495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CC5F0-7EE1-98EE-4690-DCD7A930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1E1D-EC77-239E-D368-E342ABE0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847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ABEB-A7DD-D59C-B195-EDE656A0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3AC8C-4C2A-2570-60D4-375765F7B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833E-FFA6-F6F3-8D11-54009947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690C1-D4DB-B3E4-AA28-2FF736B7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031EE-BCBD-9B27-AC96-05DA5B83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34390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82C0A-9F96-FFF8-4FCC-6B170CC7B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CD996-602A-431E-43D8-FD0A48533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DA736-F5AB-2783-E7A6-688E9060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038CC-1E41-2A79-F25D-1152401C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7437B-93C3-BC68-42E2-15286123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52089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AFDE1-1048-6F8E-7F12-6EFB77F7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6291B-6089-94C2-F696-B36FD0961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DEA09-3434-E644-55CE-AFE7F30D8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15FDD-CF6B-42B9-99D3-6841389AD7FD}" type="datetimeFigureOut">
              <a:rPr lang="en-ZW" smtClean="0"/>
              <a:t>24/4/2024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51410-49B0-6399-40E6-44B762F74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20ED2-79E2-CF0B-25C7-EC8C79031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52401-67AB-4C59-8728-6D702DE8A8EF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84421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D7F0B8-A7A8-B233-F217-88DD8F7798F3}"/>
              </a:ext>
            </a:extLst>
          </p:cNvPr>
          <p:cNvSpPr/>
          <p:nvPr/>
        </p:nvSpPr>
        <p:spPr>
          <a:xfrm>
            <a:off x="546755" y="772998"/>
            <a:ext cx="2648932" cy="3959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PRODUCT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A40A1B-194C-2C2F-16E3-1496EBA1C72C}"/>
              </a:ext>
            </a:extLst>
          </p:cNvPr>
          <p:cNvSpPr/>
          <p:nvPr/>
        </p:nvSpPr>
        <p:spPr>
          <a:xfrm>
            <a:off x="546755" y="1366887"/>
            <a:ext cx="2648932" cy="3959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QUANTITY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04CC40-00F2-56EC-ED42-65B3B5C1D147}"/>
              </a:ext>
            </a:extLst>
          </p:cNvPr>
          <p:cNvSpPr/>
          <p:nvPr/>
        </p:nvSpPr>
        <p:spPr>
          <a:xfrm>
            <a:off x="546756" y="1970202"/>
            <a:ext cx="2648932" cy="3959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ADD TO CART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561CA-2681-2BC8-B67F-3520094B4A44}"/>
              </a:ext>
            </a:extLst>
          </p:cNvPr>
          <p:cNvSpPr/>
          <p:nvPr/>
        </p:nvSpPr>
        <p:spPr>
          <a:xfrm>
            <a:off x="546755" y="3682529"/>
            <a:ext cx="2648932" cy="3959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PAID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5B156E-9531-71D3-C541-ADD7200D3DD0}"/>
              </a:ext>
            </a:extLst>
          </p:cNvPr>
          <p:cNvSpPr/>
          <p:nvPr/>
        </p:nvSpPr>
        <p:spPr>
          <a:xfrm>
            <a:off x="546755" y="3129193"/>
            <a:ext cx="2648932" cy="3959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PAYMENT 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B29D43-C2B3-B796-AD55-946DA669C672}"/>
              </a:ext>
            </a:extLst>
          </p:cNvPr>
          <p:cNvSpPr/>
          <p:nvPr/>
        </p:nvSpPr>
        <p:spPr>
          <a:xfrm>
            <a:off x="546755" y="4255353"/>
            <a:ext cx="2648932" cy="3959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CHANGE GIVEN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84A2DF-E4E7-706B-EB2C-8BBC2B16E619}"/>
              </a:ext>
            </a:extLst>
          </p:cNvPr>
          <p:cNvSpPr/>
          <p:nvPr/>
        </p:nvSpPr>
        <p:spPr>
          <a:xfrm>
            <a:off x="546755" y="4959221"/>
            <a:ext cx="1178350" cy="3959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PROCEED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8716EE-0CB2-837B-1D30-AA96AA99EBD5}"/>
              </a:ext>
            </a:extLst>
          </p:cNvPr>
          <p:cNvSpPr/>
          <p:nvPr/>
        </p:nvSpPr>
        <p:spPr>
          <a:xfrm>
            <a:off x="1871221" y="4959221"/>
            <a:ext cx="1324466" cy="3959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MTP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530334-74B2-9BF4-A600-1E319C59F666}"/>
              </a:ext>
            </a:extLst>
          </p:cNvPr>
          <p:cNvSpPr/>
          <p:nvPr/>
        </p:nvSpPr>
        <p:spPr>
          <a:xfrm>
            <a:off x="546755" y="5575106"/>
            <a:ext cx="1178350" cy="3959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QTN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EB04C2-B453-1E2A-34B4-AAB15BE01A7F}"/>
              </a:ext>
            </a:extLst>
          </p:cNvPr>
          <p:cNvSpPr/>
          <p:nvPr/>
        </p:nvSpPr>
        <p:spPr>
          <a:xfrm>
            <a:off x="1871221" y="5575106"/>
            <a:ext cx="1324466" cy="3959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VOID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25DC9DB-4559-249A-72BA-B1A12A6CC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391913"/>
              </p:ext>
            </p:extLst>
          </p:nvPr>
        </p:nvGraphicFramePr>
        <p:xfrm>
          <a:off x="3940404" y="772997"/>
          <a:ext cx="7921660" cy="357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415">
                  <a:extLst>
                    <a:ext uri="{9D8B030D-6E8A-4147-A177-3AD203B41FA5}">
                      <a16:colId xmlns:a16="http://schemas.microsoft.com/office/drawing/2014/main" val="184516020"/>
                    </a:ext>
                  </a:extLst>
                </a:gridCol>
                <a:gridCol w="1980415">
                  <a:extLst>
                    <a:ext uri="{9D8B030D-6E8A-4147-A177-3AD203B41FA5}">
                      <a16:colId xmlns:a16="http://schemas.microsoft.com/office/drawing/2014/main" val="2605649376"/>
                    </a:ext>
                  </a:extLst>
                </a:gridCol>
                <a:gridCol w="1980415">
                  <a:extLst>
                    <a:ext uri="{9D8B030D-6E8A-4147-A177-3AD203B41FA5}">
                      <a16:colId xmlns:a16="http://schemas.microsoft.com/office/drawing/2014/main" val="709264929"/>
                    </a:ext>
                  </a:extLst>
                </a:gridCol>
                <a:gridCol w="1980415">
                  <a:extLst>
                    <a:ext uri="{9D8B030D-6E8A-4147-A177-3AD203B41FA5}">
                      <a16:colId xmlns:a16="http://schemas.microsoft.com/office/drawing/2014/main" val="3837367133"/>
                    </a:ext>
                  </a:extLst>
                </a:gridCol>
              </a:tblGrid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043511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544566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68998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452152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680433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471992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08192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558021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E9674053-B1B5-CBE6-E0A5-3F58AD7B8C0D}"/>
              </a:ext>
            </a:extLst>
          </p:cNvPr>
          <p:cNvSpPr/>
          <p:nvPr/>
        </p:nvSpPr>
        <p:spPr>
          <a:xfrm>
            <a:off x="546755" y="2576666"/>
            <a:ext cx="2648932" cy="3959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DISCOUNT</a:t>
            </a:r>
          </a:p>
        </p:txBody>
      </p:sp>
    </p:spTree>
    <p:extLst>
      <p:ext uri="{BB962C8B-B14F-4D97-AF65-F5344CB8AC3E}">
        <p14:creationId xmlns:p14="http://schemas.microsoft.com/office/powerpoint/2010/main" val="197872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390216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1579406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399726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334803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144962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231474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2368201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126990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5B88-B79D-686B-939C-69EDDBFAEBB2}"/>
              </a:ext>
            </a:extLst>
          </p:cNvPr>
          <p:cNvSpPr/>
          <p:nvPr/>
        </p:nvSpPr>
        <p:spPr>
          <a:xfrm>
            <a:off x="329938" y="575035"/>
            <a:ext cx="11862062" cy="6282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DC44C8-C63B-00C8-2F83-CA2ED56AD3D1}"/>
              </a:ext>
            </a:extLst>
          </p:cNvPr>
          <p:cNvSpPr/>
          <p:nvPr/>
        </p:nvSpPr>
        <p:spPr>
          <a:xfrm>
            <a:off x="329938" y="94268"/>
            <a:ext cx="2865749" cy="367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dirty="0"/>
              <a:t>POS</a:t>
            </a:r>
          </a:p>
        </p:txBody>
      </p:sp>
    </p:spTree>
    <p:extLst>
      <p:ext uri="{BB962C8B-B14F-4D97-AF65-F5344CB8AC3E}">
        <p14:creationId xmlns:p14="http://schemas.microsoft.com/office/powerpoint/2010/main" val="545246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forms</Template>
  <TotalTime>519</TotalTime>
  <Words>26</Words>
  <Application>Microsoft Office PowerPoint</Application>
  <PresentationFormat>Widescreen</PresentationFormat>
  <Paragraphs>22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Tinashe Mphisa</dc:creator>
  <cp:lastModifiedBy>Tinashe Mphisa</cp:lastModifiedBy>
  <cp:revision>4</cp:revision>
  <dcterms:created xsi:type="dcterms:W3CDTF">2024-04-22T08:57:30Z</dcterms:created>
  <dcterms:modified xsi:type="dcterms:W3CDTF">2024-04-24T18:57:18Z</dcterms:modified>
</cp:coreProperties>
</file>